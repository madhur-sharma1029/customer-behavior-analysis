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Open Sans" panose="020B0604020202020204" charset="0"/>
      <p:regular r:id="rId13"/>
    </p:embeddedFont>
    <p:embeddedFont>
      <p:font typeface="Unbounded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16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3,900 purchases — 18 columns — goal: uncover spending,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Dataset Snapshot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Rows &amp; Columns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971304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Rows: 3,900 · Columns: 18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37 missing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2014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Exploratory Data Analysis (Python)</a:t>
            </a:r>
            <a:endParaRPr lang="en-US" sz="3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66206"/>
            <a:ext cx="3053877" cy="1699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8717" y="2861568"/>
            <a:ext cx="26631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Loading &amp; Inspect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5428717" y="356552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with pandas · df.info() · .describe()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244" y="2666206"/>
            <a:ext cx="3053976" cy="1699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671601" y="28615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Missing &amp; Impute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671601" y="3270250"/>
            <a:ext cx="266326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Review Rating by product-category median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554736"/>
            <a:ext cx="6296860" cy="11018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8717" y="475009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Standardize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5428717" y="515878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956568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Feature Engineering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32776" y="2350492"/>
            <a:ext cx="2507394" cy="1820366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47182" y="256490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Age Groups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547182" y="3049191"/>
            <a:ext cx="20785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by binning ages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029176" y="2350492"/>
            <a:ext cx="2507394" cy="1820366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243583" y="2564904"/>
            <a:ext cx="20785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Frequency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43583" y="3049191"/>
            <a:ext cx="207858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Derived purchase_frequency_days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32776" y="4359870"/>
            <a:ext cx="5203794" cy="1517948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25399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47182" y="4574282"/>
            <a:ext cx="477498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Redundancy Check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547182" y="5058569"/>
            <a:ext cx="477498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promo_code_used (redundant with discount_applied)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Integration &amp; SQL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cleaned DataFrame into PostgreSQL for business queries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9752"/>
            <a:ext cx="4637269" cy="35184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646138"/>
            <a:ext cx="5770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Gender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766251" y="2425799"/>
            <a:ext cx="63798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Male: 157,890 · Female: 75,191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766251" y="2940844"/>
            <a:ext cx="5770220" cy="736997"/>
          </a:xfrm>
          <a:prstGeom prst="roundRect">
            <a:avLst>
              <a:gd name="adj" fmla="val 10772"/>
            </a:avLst>
          </a:prstGeom>
          <a:solidFill>
            <a:srgbClr val="D6F5EE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58" y="323393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80499" y="3158133"/>
            <a:ext cx="557655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Insight: male customers generated higher total revenue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442045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Discounts &amp; High-Spenders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332776" y="2936379"/>
            <a:ext cx="94454" cy="94456"/>
          </a:xfrm>
          <a:prstGeom prst="ellipse">
            <a:avLst/>
          </a:prstGeom>
          <a:solidFill>
            <a:srgbClr val="26A688"/>
          </a:solidFill>
          <a:ln/>
        </p:spPr>
      </p:sp>
      <p:sp>
        <p:nvSpPr>
          <p:cNvPr id="5" name="Text 2"/>
          <p:cNvSpPr/>
          <p:nvPr/>
        </p:nvSpPr>
        <p:spPr>
          <a:xfrm>
            <a:off x="6616237" y="2835970"/>
            <a:ext cx="49203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6237" y="3320256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rows identified — customers who used discounts but spent above average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4403527"/>
            <a:ext cx="94454" cy="94456"/>
          </a:xfrm>
          <a:prstGeom prst="ellipse">
            <a:avLst/>
          </a:prstGeom>
          <a:solidFill>
            <a:srgbClr val="26A688"/>
          </a:solidFill>
          <a:ln/>
        </p:spPr>
      </p:sp>
      <p:sp>
        <p:nvSpPr>
          <p:cNvPr id="8" name="Text 5"/>
          <p:cNvSpPr/>
          <p:nvPr/>
        </p:nvSpPr>
        <p:spPr>
          <a:xfrm>
            <a:off x="6616237" y="4303117"/>
            <a:ext cx="49203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Discount-Dependent Items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6237" y="4787404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Top: Hat 50.00% · Sneakers 49.66% · Coat 49.07% · Sweater 48.17% · Pants 47.37%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5391"/>
            <a:ext cx="5770220" cy="39602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9202" y="1361777"/>
            <a:ext cx="4637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Revenue by Age Group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899202" y="2732088"/>
            <a:ext cx="4637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marketing on Young Adult &amp; Middle-aged segments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899202" y="3525937"/>
            <a:ext cx="463726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Subscribers vs Non-Subscribers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899202" y="4305498"/>
            <a:ext cx="4637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Yes: 1,053 customers · Avg spend 59.49 · Total revenue 62,645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No: 2,847 customers · Avg spend 59.87 · Total revenue 170,436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30003"/>
            <a:ext cx="5290311" cy="29978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6259" y="690066"/>
            <a:ext cx="5290311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Top Products &amp; Ratings</a:t>
            </a:r>
            <a:endParaRPr lang="en-US" sz="2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6259" y="1142305"/>
            <a:ext cx="295268" cy="2952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46259" y="1529854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Gloves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246259" y="1788220"/>
            <a:ext cx="529031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 3.86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6259" y="2089448"/>
            <a:ext cx="295268" cy="2952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46259" y="2476996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Sandals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246259" y="2735362"/>
            <a:ext cx="529031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 3.84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46259" y="3036590"/>
            <a:ext cx="295268" cy="2952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46259" y="3424138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Boots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246259" y="3682504"/>
            <a:ext cx="529031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 3.82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46259" y="3983732"/>
            <a:ext cx="295268" cy="2952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46259" y="4371280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Hat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6246259" y="4629646"/>
            <a:ext cx="529031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 3.80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6259" y="4930874"/>
            <a:ext cx="295268" cy="295275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246259" y="5318423"/>
            <a:ext cx="529031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Skirt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6246259" y="5576788"/>
            <a:ext cx="529031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Avg rating 3.78</a:t>
            </a:r>
            <a:endParaRPr lang="en-US" sz="900" dirty="0"/>
          </a:p>
        </p:txBody>
      </p:sp>
      <p:sp>
        <p:nvSpPr>
          <p:cNvPr id="19" name="Shape 11"/>
          <p:cNvSpPr/>
          <p:nvPr/>
        </p:nvSpPr>
        <p:spPr>
          <a:xfrm>
            <a:off x="6246259" y="5813425"/>
            <a:ext cx="5290311" cy="345281"/>
          </a:xfrm>
          <a:prstGeom prst="roundRect">
            <a:avLst>
              <a:gd name="adj" fmla="val 14370"/>
            </a:avLst>
          </a:prstGeom>
          <a:solidFill>
            <a:srgbClr val="D6F5EE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4327" y="5933976"/>
            <a:ext cx="147634" cy="11807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630028" y="5909270"/>
            <a:ext cx="539805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top-rated items for spotlight campaigns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42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Dashboard &amp; Recommendations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209006"/>
            <a:ext cx="3053877" cy="2311499"/>
          </a:xfrm>
          <a:prstGeom prst="roundRect">
            <a:avLst>
              <a:gd name="adj" fmla="val 3434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404368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Power BI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813050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dashboard: 3.9K customers · Avg purchase $59.76 · Avg rating 3.75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209006"/>
            <a:ext cx="3053976" cy="2311499"/>
          </a:xfrm>
          <a:prstGeom prst="roundRect">
            <a:avLst>
              <a:gd name="adj" fmla="val 3434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404368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Actions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813050"/>
            <a:ext cx="2663262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Boost subscriptions · Loyalty programs · Review discount policy · Highlight top-rated products · Target high-revenue age groups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709517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904879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5313561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targeted campaigns · Monitor discount ROI · Expand dashboard filters for stakeholders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</Words>
  <Application>Microsoft Office PowerPoint</Application>
  <PresentationFormat>Widescreen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Unbounded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madhur sharma</cp:lastModifiedBy>
  <cp:revision>1</cp:revision>
  <dcterms:created xsi:type="dcterms:W3CDTF">2026-08-25T05:53:24Z</dcterms:created>
  <dcterms:modified xsi:type="dcterms:W3CDTF">2026-08-25T05:55:34Z</dcterms:modified>
</cp:coreProperties>
</file>